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714500" y="0"/>
            <a:ext cx="10287000" cy="102870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>
              <a:normAutofit/>
            </a:bodyPr>
            <a:lstStyle/>
            <a:p>
              <a:pPr algn="ctr">
                <a:lnSpc>
                  <a:spcPts val="68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